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7351-B40A-AAF2-1D61-CC5864A4B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0CA09-16E6-6999-74D6-63147B9C2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6D902-C132-21FC-B243-6E796345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C3C99-C9C1-B682-6E0C-72A69DBE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B144-EF67-1F6D-0FD9-F3289E01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4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B424-CC33-B347-9599-ABC2410B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2F95-C5C4-5AE8-3473-B56C68DAD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2A38-4B85-4BEA-C852-7BAFB299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D564-B8C2-A015-16FC-CD478D9D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0FC9F-FBF2-E578-AA67-25F2F67A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17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AB15-E9ED-D991-95BC-8E516400D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2646B-C31F-F9E9-7ABD-25C2E7CA7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4C32-CBC1-FFFF-8D20-1C3AA018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44C4A-1964-A7BC-15F9-5ACC3E58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5EDEB-FE1A-A815-3BA6-42FDF420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8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849D-D522-917F-5F0B-D23A1B04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E572-F99F-805D-B0BC-6FB8FA4B6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D6DD-0518-8CA9-9BC5-2AFD2736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30B1-2BCA-B1CE-16E5-913986AE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7F94-E9A3-9B19-EB5F-6EBF318A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B6783-3591-19F5-092A-9AEBA5D3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22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6143-C287-625C-337E-9F71C38A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F0678-9C0E-1AC2-F79F-E4C6DB14B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2E64C-669E-9C5E-87D8-95C99B79A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31CB1-8AA0-5664-FE05-6E276171D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29FE1-CEE7-2E65-1BAB-355F224AB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298D9-78B5-2F44-19DA-99609EC0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0BE1-4369-19BA-3D4F-C44DEF86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8BA69-B001-1142-852C-34571336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9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9C88-735A-AA78-E8F5-F481A871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E2308-E439-D7B1-F587-E39C185C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F543E-C4CA-7F7B-E820-B9C7D615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FDFEB-A7EF-0CBB-C0D1-81588D84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45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47C12-D717-CA68-737C-00AC8025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08F79-3B32-E06F-C2CB-E30B861C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2B07B-4F86-B576-C521-5784CEE8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40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49A46-4B4B-E1B3-12A8-32C39328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CA1D-179A-33C1-0B14-D050E427D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B8167-2C91-CF9C-FD4C-727E42DD3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B9DD5-6C97-6BB8-5DF1-BEE3FE53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97C5C-FB3B-4282-982E-4C2F0ECF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F7BB8-7F4B-A29A-8CDB-C10ED1E8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6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EE72-2228-134F-1484-8E505011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F955C-CF4C-80FB-F341-905A63CE3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9F50-4A8F-1B43-0685-260914388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69B41-D01D-2DA6-9C1B-6F0E5832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2D80-41F4-BD70-8966-DE7C5E60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D66E1-32B1-8655-C66A-C88EE2DF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28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DA8F-1B18-3A2C-44C1-D7693FF0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D2C1A-B587-24A5-CD27-69061B41A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81842-B6C5-4682-5A5C-FA2213E0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E0D3-FF09-1C7D-7715-7A37FC84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3D96-520A-345C-5D42-DDB2DECA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04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431BA-E21E-314C-256C-D47C621F4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D832A-3E25-BCFB-48FE-54AABD1FC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5550-2235-A87C-4D0D-9B7638FD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7F53E-9AE1-9ABF-1563-B88069F3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DEA3-E649-DA74-C5E2-B68A5895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07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1B305-7B34-FEFA-F556-6CF599E16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60482-266B-59CA-CD17-4F330BDA4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9DCC1-B612-2A7D-7461-6D0F7B9BC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896AB-4C1A-49B7-B49C-556BB58C9ED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44362-0F4B-2BA7-A776-279EDE7EA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EA548-4537-8B12-CB43-4C3AF9779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52697-52D0-49CE-B5BC-54C29F0C1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88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13B585-D2E0-E6E6-174B-1DA4C58E9B84}"/>
              </a:ext>
            </a:extLst>
          </p:cNvPr>
          <p:cNvSpPr txBox="1"/>
          <p:nvPr/>
        </p:nvSpPr>
        <p:spPr>
          <a:xfrm>
            <a:off x="599607" y="449705"/>
            <a:ext cx="8540644" cy="617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What is a Voting Classifier?</a:t>
            </a: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A Voting Classifier is an ensemble learning technique that combines multiple classifiers and predicts the class based on a voting mechanism. This approach enhances model accuracy, reduces overfitting, and makes predictions more robust.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There are two types of voting classifiers: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Hard Voting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: The final prediction is based on the majority vote of individual classifiers. For instance, if three classifiers predict [Class A, Class B, Class A], the final prediction will be Class A.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Soft Voting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: Instead of counting votes, it averages the predicted probabilities of each classifier and selects the class with the highest probability.</a:t>
            </a:r>
          </a:p>
          <a:p>
            <a:pPr>
              <a:buNone/>
            </a:pP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1677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5662D6-B1EA-F080-5C9A-3E7B7193DC07}"/>
              </a:ext>
            </a:extLst>
          </p:cNvPr>
          <p:cNvSpPr txBox="1"/>
          <p:nvPr/>
        </p:nvSpPr>
        <p:spPr>
          <a:xfrm>
            <a:off x="3046751" y="1239077"/>
            <a:ext cx="6093500" cy="437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Why Use Voting Classifiers?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improve performance when individual models have different decision boundaries. Here are some key benefits: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Increased Accuracy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Aggregating diverse models reduces error rates.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Reduced Overfitting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If individual models overfit, combining them helps in generalization.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Diversity in Predictions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Different models capture different aspects of the data, leading to better decision-making.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However, to ensure an effective ensemble: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base models should be diverse.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Each model should perform reasonably well (accuracy above 50%).</a:t>
            </a:r>
          </a:p>
        </p:txBody>
      </p:sp>
    </p:spTree>
    <p:extLst>
      <p:ext uri="{BB962C8B-B14F-4D97-AF65-F5344CB8AC3E}">
        <p14:creationId xmlns:p14="http://schemas.microsoft.com/office/powerpoint/2010/main" val="249367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94BBB-1492-1160-E179-4E4F3DC31EFA}"/>
              </a:ext>
            </a:extLst>
          </p:cNvPr>
          <p:cNvSpPr txBox="1"/>
          <p:nvPr/>
        </p:nvSpPr>
        <p:spPr>
          <a:xfrm>
            <a:off x="243590" y="203546"/>
            <a:ext cx="6093500" cy="311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Mathematical Intuition Behind Voting Classifiers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Hard Voting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Consider three models M1,M2,M3M_1, M_2, M_3 predicting a binary classification problem (Class 0 or Class 1). The votes are: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M1=0,M2=1,M3=0M_1 = 0, \quad M_2 = 1, \quad M_3 = 0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Since Class 0 has the majority vote, the final prediction is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Class 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Soft Voting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Instead of discrete votes, we take the average probability of each class: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01E3-0AB1-E956-AB2C-C5B5475C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43" y="3538859"/>
            <a:ext cx="3943350" cy="2047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14AB0-5ACE-8889-3083-9778BCBA8E21}"/>
              </a:ext>
            </a:extLst>
          </p:cNvPr>
          <p:cNvSpPr txBox="1"/>
          <p:nvPr/>
        </p:nvSpPr>
        <p:spPr>
          <a:xfrm>
            <a:off x="5520128" y="4106428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P(0)&gt;P(1)P(0) &gt; P(1), predict Class 0, otherwise predict Class 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54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A715B-43B2-8F3F-FF6B-CC97B4C83CF1}"/>
              </a:ext>
            </a:extLst>
          </p:cNvPr>
          <p:cNvSpPr txBox="1"/>
          <p:nvPr/>
        </p:nvSpPr>
        <p:spPr>
          <a:xfrm>
            <a:off x="299803" y="1004341"/>
            <a:ext cx="10972800" cy="532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When to Use Voting Classifiers?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work best when: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You have diverse models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Combining different algorithms improves learning.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Models have similar performance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If one model is much stronger, it may dominate voting.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Reducing Overfitting is important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Combining models makes predictions more robust.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However, if: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 single model consistently outperforms others, using an ensemble may not help.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dataset is small, the computational cost may not justify ensemble methods.</a:t>
            </a:r>
          </a:p>
          <a:p>
            <a:pPr algn="l">
              <a:lnSpc>
                <a:spcPts val="2250"/>
              </a:lnSpc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Conclusion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Voting Classifiers are a powerful ensemble method that combines multiple models to enhance performance. By leveraging both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Hard Voting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and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Soft Voting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they offer a balance between diversity and accuracy. In this class, we: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Explored the intuition behind Voting Classifiers.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Understood the mathematical foundations.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Implemented them in Python.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Compared their performance with individual models.</a:t>
            </a:r>
          </a:p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If you’re working on a classification problem,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Voting Classifiers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are worth considering for improved accuracy and robustness. 🚀</a:t>
            </a:r>
          </a:p>
        </p:txBody>
      </p:sp>
    </p:spTree>
    <p:extLst>
      <p:ext uri="{BB962C8B-B14F-4D97-AF65-F5344CB8AC3E}">
        <p14:creationId xmlns:p14="http://schemas.microsoft.com/office/powerpoint/2010/main" val="394883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4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58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501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Upadhyay</dc:creator>
  <cp:lastModifiedBy>Aditya Upadhyay</cp:lastModifiedBy>
  <cp:revision>1</cp:revision>
  <dcterms:created xsi:type="dcterms:W3CDTF">2026-04-14T09:07:01Z</dcterms:created>
  <dcterms:modified xsi:type="dcterms:W3CDTF">2026-04-14T09:26:42Z</dcterms:modified>
</cp:coreProperties>
</file>